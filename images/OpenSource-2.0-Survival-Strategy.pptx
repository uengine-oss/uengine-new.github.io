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76"/>
  </p:normalViewPr>
  <p:slideViewPr>
    <p:cSldViewPr snapToGrid="0" snapToObjects="1">
      <p:cViewPr varScale="1">
        <p:scale>
          <a:sx n="130" d="100"/>
          <a:sy n="130" d="100"/>
        </p:scale>
        <p:origin x="93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5A91A1-E389-D7AE-0FB8-E21254584A4F}"/>
              </a:ext>
            </a:extLst>
          </p:cNvPr>
          <p:cNvSpPr txBox="1"/>
          <p:nvPr/>
        </p:nvSpPr>
        <p:spPr>
          <a:xfrm>
            <a:off x="10736825" y="0"/>
            <a:ext cx="1455175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kumimoji="1" lang="ko-Kore-KR" altLang="en-US" b="1" dirty="0">
                <a:solidFill>
                  <a:schemeClr val="bg1"/>
                </a:solidFill>
              </a:rPr>
              <a:t>데모시연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60232D-0E23-5C15-D224-AA5B5B4FDF3A}"/>
              </a:ext>
            </a:extLst>
          </p:cNvPr>
          <p:cNvSpPr txBox="1"/>
          <p:nvPr/>
        </p:nvSpPr>
        <p:spPr>
          <a:xfrm>
            <a:off x="10736825" y="0"/>
            <a:ext cx="1455175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kumimoji="1" lang="ko-Kore-KR" altLang="en-US" b="1" dirty="0">
                <a:solidFill>
                  <a:schemeClr val="bg1"/>
                </a:solidFill>
              </a:rPr>
              <a:t>데모시연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Macintosh PowerPoint</Application>
  <PresentationFormat>와이드스크린</PresentationFormat>
  <Paragraphs>2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진영 장</cp:lastModifiedBy>
  <cp:revision>2</cp:revision>
  <dcterms:created xsi:type="dcterms:W3CDTF">2013-01-27T09:14:16Z</dcterms:created>
  <dcterms:modified xsi:type="dcterms:W3CDTF">2026-07-23T05:19:43Z</dcterms:modified>
  <cp:category/>
</cp:coreProperties>
</file>